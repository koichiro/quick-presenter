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QP168-NOTE-ALPHA: Say the opening words.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dd1aeffc6813bb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dd1aeffc6813bb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QP168-NOTE-BETA: Say the closing words.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1dd1aeffc6813bb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1dd1aeffc6813bb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Slide Alpha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Visible content Alpha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Slide Beta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Visible content Beta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Slide Gamma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Visible content Gamma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